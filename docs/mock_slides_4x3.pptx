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232000"/>
            <a:ext cx="2160000" cy="54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770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phd_ui slide figures</a:t>
            </a:r>
          </a:p>
          <a:p>
            <a:r>
              <a:rPr sz="1500">
                <a:solidFill>
                  <a:srgbClr val="C9CEDA"/>
                </a:solidFill>
              </a:rPr>
              <a:t>presentation presets at true size on a 4:3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slide_4x3 - a slide-filling hero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9144000" cy="648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1296000"/>
            <a:ext cx="7560000" cy="50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1999" y="6354000"/>
            <a:ext cx="75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slide_4x3  (21 x 14 cm)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2F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slide_tall - a portrait figure beside bullets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9144000" cy="648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0"/>
            <a:ext cx="37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F3B52"/>
                </a:solidFill>
              </a:rPr>
              <a:t>•  Conversion rises with temperature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F3B52"/>
                </a:solidFill>
              </a:rPr>
              <a:t>•  Selectivity peaks near 250 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F3B52"/>
                </a:solidFill>
              </a:rPr>
              <a:t>•  Model matches the measured trend</a:t>
            </a:r>
          </a:p>
        </p:txBody>
      </p:sp>
      <p:pic>
        <p:nvPicPr>
          <p:cNvPr id="5" name="Picture 4" descr="slide_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00" y="1224000"/>
            <a:ext cx="4320000" cy="5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