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2232000"/>
            <a:ext cx="2160000" cy="540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2340000"/>
            <a:ext cx="7704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phd_ui slide figures</a:t>
            </a:r>
          </a:p>
          <a:p>
            <a:r>
              <a:rPr sz="1500">
                <a:solidFill>
                  <a:srgbClr val="C9CEDA"/>
                </a:solidFill>
              </a:rPr>
              <a:t>presentation presets at true size on a 4:3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slide_4x3 - a slide-filling hero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9144000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_4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1296000"/>
            <a:ext cx="7560000" cy="504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1999" y="6354000"/>
            <a:ext cx="756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413B34"/>
                </a:solidFill>
              </a:rPr>
              <a:t>slide_4x3  (21 x 14 cm)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80000"/>
          </a:xfrm>
          <a:prstGeom prst="rect">
            <a:avLst/>
          </a:prstGeom>
          <a:solidFill>
            <a:srgbClr val="1D1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3200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slide_tall - a portrait figure beside bullets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80000"/>
            <a:ext cx="9144000" cy="64800"/>
          </a:xfrm>
          <a:prstGeom prst="rect">
            <a:avLst/>
          </a:prstGeom>
          <a:solidFill>
            <a:srgbClr val="D55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440000"/>
            <a:ext cx="378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</a:rPr>
              <a:t>•  Conversion rises with temperature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</a:rPr>
              <a:t>•  Selectivity peaks near 250 C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D1A16"/>
                </a:solidFill>
              </a:rPr>
              <a:t>•  Model matches the measured trend</a:t>
            </a:r>
          </a:p>
        </p:txBody>
      </p:sp>
      <p:pic>
        <p:nvPicPr>
          <p:cNvPr id="5" name="Picture 4" descr="slide_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000" y="1224000"/>
            <a:ext cx="4320000" cy="54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